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24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MEGAPRESS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0" y="384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PHOTOGRAPHY SERVICES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EVERYTHING.</a:t>
            </a:r>
            <a:endParaRPr lang="en-US" sz="7400" dirty="0"/>
          </a:p>
        </p:txBody>
      </p:sp>
      <p:sp>
        <p:nvSpPr>
          <p:cNvPr id="6" name="Shape 4"/>
          <p:cNvSpPr/>
          <p:nvPr/>
        </p:nvSpPr>
        <p:spPr>
          <a:xfrm>
            <a:off x="502920" y="3218688"/>
            <a:ext cx="8229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Spyridon Makridis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&amp; Event Photographer — Europe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0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03520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01968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01968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00416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900416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WHO WE 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"Story-driven imagery</a:t>
            </a:r>
            <a:endParaRPr lang="en-US" sz="2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Europe's most</a:t>
            </a:r>
            <a:endParaRPr lang="en-US" sz="2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demanding events."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4069080"/>
            <a:ext cx="42976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coverage in English, French &amp; Greek environments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66360" y="256032"/>
            <a:ext cx="3611880" cy="452628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0" y="4754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SPYRIDON MAKRIDIS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0" y="8686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photographer with over 10 years of experience covering conferences, corporate events, and professional gatherings across Europe. Elegant, story-driven work that captures both atmosphere and key moments.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2148840"/>
            <a:ext cx="3154680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23042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94960" y="27249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96128" y="26334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congresses &amp; corporate events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94960" y="31821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96128" y="30906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teams &amp; business conferences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36393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96128" y="35478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football clubs &amp; broadcast networks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94960" y="40965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96128" y="40050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members' clubs &amp; luxury venues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WE COVER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Tiers of Coverage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4069080" cy="333756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 &amp; EVENTS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coverage for the full spectrum of corporate life — from keynote to reception.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26334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&amp; keynote talks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30266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events &amp; receptions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34198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launches &amp; press nights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" y="38130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ceremonies &amp; banquets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42062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networking events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4069080" cy="333756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645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&amp; VIP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19659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Discreet, elevated coverage for exclusive spaces where trust and discretion come first.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83480" y="27249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93792" y="26334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Members-only galas &amp; celebrations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3118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93792" y="30266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dinners &amp; wine tastings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3511296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93792" y="34198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salons &amp; charity evenings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904488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93792" y="38130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brand activations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4297680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93792" y="42062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premise events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WHY MEGAPRESS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Reasons to Work With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" y="1444752"/>
            <a:ext cx="1920240" cy="34015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627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12064" y="21031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" y="2834640"/>
            <a:ext cx="1591056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2944368"/>
            <a:ext cx="15910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transferred in real time during the event — optimized for Instagram &amp; LinkedIn Stories. Your brand goes live before the event ends.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78024" y="1444752"/>
            <a:ext cx="1920240" cy="34015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60904" y="1627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42616" y="21031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24-Hour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42616" y="2834640"/>
            <a:ext cx="1591056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42616" y="2944368"/>
            <a:ext cx="15910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professionally edited high-resolution gallery within 24 hours. Print-ready from the moment it arrives in your inbox.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444752"/>
            <a:ext cx="1920240" cy="34015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91456" y="1627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73168" y="21031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Discreet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73168" y="2834640"/>
            <a:ext cx="1591056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73168" y="2944368"/>
            <a:ext cx="15910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Elegant, unobtrusive on-site. Guest privacy and club policies always respected — no disruption to the flow of your event.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39128" y="1444752"/>
            <a:ext cx="1920240" cy="34015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22008" y="1627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21031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03720" y="2834640"/>
            <a:ext cx="1591056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2944368"/>
            <a:ext cx="15910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Custom-curated private online gallery for seamless sharing with guests, teams, and stakeholders. Confidential and secure.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5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A2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LIVE DELIVERY ADVANTAGE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event goes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real time.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999232"/>
            <a:ext cx="5943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D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highlights are transferred and edited during the event — optimized for immediate Instagram and LinkedIn Stories. Your audience is engaged before the closing remarks have finished.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822960"/>
            <a:ext cx="1508760" cy="3291840"/>
          </a:xfrm>
          <a:prstGeom prst="rect">
            <a:avLst/>
          </a:prstGeom>
          <a:solidFill>
            <a:srgbClr val="7A2800"/>
          </a:solidFill>
          <a:ln w="12700">
            <a:solidFill>
              <a:srgbClr val="7A2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0" y="18288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PRIVATE &amp; EXCLUSIVE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Discretion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Brief.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212848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members' clubs and luxury venues require more than a photographer — they require a trusted presence who reads the room, respects every boundary, and delivers imagery that reflects the atmosphere without disrupting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32120" y="228600"/>
            <a:ext cx="3291840" cy="45720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60720" y="4572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DESIGNED FOR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60720" y="7772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 Managers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0" y="12344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Directors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0" y="16916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 Brand Partners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0" y="2240280"/>
            <a:ext cx="2834640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3957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COMMITMENTS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2852928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71032" y="276148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Elegant, unobtrusive presence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327355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71032" y="318211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for guest privacy &amp; club policies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694176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71032" y="360273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24-hour delivery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4114800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71032" y="40233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Print-ready curated galleries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453542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71032" y="444398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inquiries — no agency middlemen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MEGAPRESS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elevate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next event.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502920" y="3127248"/>
            <a:ext cx="8229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inquiries welcome — no middlemen.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37307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megapressagency01@gmail.com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92240" y="36393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4005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4370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452</Words>
  <Application>Microsoft Office PowerPoint</Application>
  <PresentationFormat>On-screen Show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Megapress — Photography Services</dc:title>
  <dc:subject>PptxGenJS Presentation</dc:subject>
  <dc:creator>Spyridon Makridis</dc:creator>
  <cp:lastModifiedBy>Stavros Tsentemeidis</cp:lastModifiedBy>
  <cp:revision>2</cp:revision>
  <dcterms:created xsi:type="dcterms:W3CDTF">2026-06-26T20:53:36Z</dcterms:created>
  <dcterms:modified xsi:type="dcterms:W3CDTF">2026-07-15T14:47:25Z</dcterms:modified>
</cp:coreProperties>
</file>