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7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42474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FF5A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MEGAPRESS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384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777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PHOTOGRAPHY SERVICES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MOMENT</a:t>
            </a:r>
            <a:endParaRPr lang="en-US" sz="74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EVERYTHING.</a:t>
            </a:r>
            <a:endParaRPr lang="en-US" sz="7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822960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33832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Spyridon Makridis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 &amp; Event Photographer — Europe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303520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303520" y="38587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777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601968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601968" y="38587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777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900416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24H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900416" y="38587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777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FF5A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WHO WE ARE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4389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700" i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"Story-driven imagery</a:t>
            </a:r>
            <a:endParaRPr lang="en-US" sz="27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700" i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Europe's most</a:t>
            </a:r>
            <a:endParaRPr lang="en-US" sz="27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700" i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demanding events."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4069080"/>
            <a:ext cx="429768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4206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coverage in English, French &amp; Greek environments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166360" y="256032"/>
            <a:ext cx="3611880" cy="452628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177800" dist="508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94960" y="47548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5A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SPYRIDON MAKRIDIS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94960" y="86868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photographer with over 10 years of experience covering conferences, corporate events, and professional gatherings across Europe. Elegant, story-driven work that captures both atmosphere and key moments.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394960" y="2148840"/>
            <a:ext cx="3154680" cy="0"/>
          </a:xfrm>
          <a:prstGeom prst="line">
            <a:avLst/>
          </a:prstGeom>
          <a:noFill/>
          <a:ln w="12700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394960" y="2304288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777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EXPERIENCE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394960" y="2724912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596128" y="263347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congresses &amp; corporate events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394960" y="3182112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596128" y="309067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teams &amp; business conferences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394960" y="3639312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96128" y="354787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 football clubs &amp; broadcast networks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394960" y="4096512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596128" y="400507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members' clubs &amp; luxury venues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FF5A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— WHAT WE COVER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Tiers of Coverage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20040" y="1463040"/>
            <a:ext cx="4069080" cy="333756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177800" dist="508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5A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 &amp; EVENTS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coverage for the full spectrum of corporate life — from keynote to reception.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724912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58952" y="263347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Conferences &amp; keynote talks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18104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58952" y="30266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events &amp; receptions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58952" y="341985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launches &amp; press nights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58952" y="381304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ceremonies &amp; banquets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58952" y="420624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networking events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1463040"/>
            <a:ext cx="4069080" cy="3337560"/>
          </a:xfrm>
          <a:prstGeom prst="rect">
            <a:avLst/>
          </a:prstGeom>
          <a:solidFill>
            <a:srgbClr val="252525"/>
          </a:solidFill>
          <a:ln w="12700">
            <a:solidFill>
              <a:srgbClr val="252525"/>
            </a:solidFill>
            <a:prstDash val="solid"/>
          </a:ln>
          <a:effectLst>
            <a:outerShdw blurRad="177800" dist="508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16459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5A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&amp; VIP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83480" y="196596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Discreet, elevated coverage for exclusive spaces where trust and discretion come first.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983480" y="2724912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193792" y="263347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Members-only galas &amp; celebrations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83480" y="3118104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93792" y="30266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dinners &amp; wine tastings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983480" y="3511296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193792" y="341985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salons &amp; charity evenings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83480" y="3904488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93792" y="381304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brand activations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83480" y="4297680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193792" y="420624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premise events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FF5A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WHY MEGAPRESS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Reasons to Work With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47472" y="1444752"/>
            <a:ext cx="1920240" cy="34015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177800" dist="508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162763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12064" y="2103120"/>
            <a:ext cx="159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12064" y="2834640"/>
            <a:ext cx="1591056" cy="0"/>
          </a:xfrm>
          <a:prstGeom prst="line">
            <a:avLst/>
          </a:prstGeom>
          <a:noFill/>
          <a:ln w="12700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12064" y="2944368"/>
            <a:ext cx="1591056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 transferred in real time during the event — optimized for Instagram &amp; LinkedIn Stories. Your brand goes live before the event ends.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78024" y="1444752"/>
            <a:ext cx="1920240" cy="34015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177800" dist="508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60904" y="162763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642616" y="2103120"/>
            <a:ext cx="159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24-Hour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Gallery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642616" y="2834640"/>
            <a:ext cx="1591056" cy="0"/>
          </a:xfrm>
          <a:prstGeom prst="line">
            <a:avLst/>
          </a:prstGeom>
          <a:noFill/>
          <a:ln w="12700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42616" y="2944368"/>
            <a:ext cx="1591056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professionally edited high-resolution gallery within 24 hours. Print-ready from the moment it arrives in your inbox.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8576" y="1444752"/>
            <a:ext cx="1920240" cy="34015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177800" dist="508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91456" y="162763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73168" y="2103120"/>
            <a:ext cx="159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Discreet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773168" y="2834640"/>
            <a:ext cx="1591056" cy="0"/>
          </a:xfrm>
          <a:prstGeom prst="line">
            <a:avLst/>
          </a:prstGeom>
          <a:noFill/>
          <a:ln w="12700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73168" y="2944368"/>
            <a:ext cx="1591056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Elegant, unobtrusive on-site. Guest privacy and club policies always respected — no disruption to the flow of your event.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39128" y="1444752"/>
            <a:ext cx="1920240" cy="34015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177800" dist="508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922008" y="162763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903720" y="2103120"/>
            <a:ext cx="159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Gallery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903720" y="2834640"/>
            <a:ext cx="1591056" cy="0"/>
          </a:xfrm>
          <a:prstGeom prst="line">
            <a:avLst/>
          </a:prstGeom>
          <a:noFill/>
          <a:ln w="12700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903720" y="2944368"/>
            <a:ext cx="1591056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Custom-curated private online gallery for seamless sharing with guests, teams, and stakeholders. Confidential and secure.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029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7A2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OWNERSHIP &amp; COPYRIGHT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the images</a:t>
            </a:r>
            <a:endParaRPr lang="en-US" sz="5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outright.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02920" y="2999232"/>
            <a:ext cx="59436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D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coverage is licensed for your use. If you would rather hold the images yourself, a full copyright buyout is available — you own the full usage and exploitation rights.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0" y="822960"/>
            <a:ext cx="1508760" cy="3291840"/>
          </a:xfrm>
          <a:prstGeom prst="rect">
            <a:avLst/>
          </a:prstGeom>
          <a:solidFill>
            <a:srgbClr val="7A2800"/>
          </a:solidFill>
          <a:ln w="12700">
            <a:solidFill>
              <a:srgbClr val="7A2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0" y="182880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</a:t>
            </a:r>
            <a:endParaRPr lang="en-US" sz="16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</a:t>
            </a:r>
            <a:endParaRPr lang="en-US" sz="16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BUYOUT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5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7A2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LIVE DELIVERY ADVANTAGE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event goes</a:t>
            </a:r>
            <a:endParaRPr lang="en-US" sz="5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in real time.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02920" y="2999232"/>
            <a:ext cx="59436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D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highlights are transferred and edited during the event — optimized for immediate Instagram and LinkedIn Stories. Your audience is engaged before the closing remarks have finished.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0" y="822960"/>
            <a:ext cx="1508760" cy="3291840"/>
          </a:xfrm>
          <a:prstGeom prst="rect">
            <a:avLst/>
          </a:prstGeom>
          <a:solidFill>
            <a:srgbClr val="7A2800"/>
          </a:solidFill>
          <a:ln w="12700">
            <a:solidFill>
              <a:srgbClr val="7A2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0" y="182880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</a:t>
            </a:r>
            <a:endParaRPr lang="en-US" sz="16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DURING</a:t>
            </a:r>
            <a:endParaRPr lang="en-US" sz="16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FF5A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— PRIVATE &amp; EXCLUSIVE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Discretion</a:t>
            </a:r>
            <a:endParaRPr lang="en-US" sz="3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Brief.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02920" y="2212848"/>
            <a:ext cx="4663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members' clubs and luxury venues require more than a photographer — they require a trusted presence who reads the room, respects every boundary, and delivers imagery that reflects the atmosphere without disrupting it.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532120" y="228600"/>
            <a:ext cx="3291840" cy="45720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177800" dist="508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60720" y="4572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400" dirty="0">
                <a:solidFill>
                  <a:srgbClr val="777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DESIGNED FOR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760720" y="77724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Club Managers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760720" y="123444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Directors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760720" y="169164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Luxury Brand Partners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760720" y="2240280"/>
            <a:ext cx="2834640" cy="0"/>
          </a:xfrm>
          <a:prstGeom prst="line">
            <a:avLst/>
          </a:prstGeom>
          <a:noFill/>
          <a:ln w="12700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0" y="239572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FF5A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COMMITMENTS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760720" y="2852928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71032" y="2761488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Elegant, unobtrusive presence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60720" y="3273552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71032" y="3182112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for guest privacy &amp; club policies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0720" y="3694176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71032" y="3602736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24-hour delivery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4114800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71032" y="4023360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Print-ready curated galleries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60720" y="4535424"/>
            <a:ext cx="91440" cy="9144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71032" y="4443984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inquiries — no agency middlemen</a:t>
            </a:r>
            <a:endParaRPr lang="en-US" sz="1100" dirty="0"/>
          </a:p>
        </p:txBody>
      </p:sp>
      <p:sp>
        <p:nvSpPr>
          <p:cNvPr id="22" name="AddonHdr"/>
          <p:cNvSpPr/>
          <p:nvPr/>
        </p:nvSpPr>
        <p:spPr>
          <a:xfrm>
            <a:off x="502920" y="394500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FF5A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ADD-ON SERVICE</a:t>
            </a:r>
            <a:endParaRPr lang="en-US" sz="800" dirty="0"/>
          </a:p>
        </p:txBody>
      </p:sp>
      <p:sp>
        <p:nvSpPr>
          <p:cNvPr id="23" name="AddonBody"/>
          <p:cNvSpPr/>
          <p:nvPr/>
        </p:nvSpPr>
        <p:spPr>
          <a:xfrm>
            <a:off x="502920" y="4285000"/>
            <a:ext cx="466344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copyright buyout — own the full usage and exploitation rights.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FF5A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MEGAPRESS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elevate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502920" y="1920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5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next event.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02920" y="3127248"/>
            <a:ext cx="822960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inquiries welcome — no middlemen.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37307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megapressagency01@gmail.com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92240" y="3291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300" dirty="0">
                <a:solidFill>
                  <a:srgbClr val="777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492240" y="363931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400507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French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43708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F4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452</Words>
  <Application>Microsoft Office PowerPoint</Application>
  <PresentationFormat>On-screen Show (16:9)</PresentationFormat>
  <Paragraphs>95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Megapress — Photography Services</dc:title>
  <dc:subject>PptxGenJS Presentation</dc:subject>
  <dc:creator>Spyridon Makridis</dc:creator>
  <cp:lastModifiedBy>Stavros Tsentemeidis</cp:lastModifiedBy>
  <cp:revision>2</cp:revision>
  <dcterms:created xsi:type="dcterms:W3CDTF">2026-06-26T20:53:36Z</dcterms:created>
  <dcterms:modified xsi:type="dcterms:W3CDTF">2026-07-15T14:47:01Z</dcterms:modified>
</cp:coreProperties>
</file>